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11"/>
    <p:sldId id="261" r:id="rId7"/>
    <p:sldId id="264" r:id="rId10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6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(25CS2104E)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214884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Linux Inter-Process Communication Using Pipes and FIFOs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29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|  Team 20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9776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315968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2520030248 — K. Rishi Varma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2520030356 — K. Charith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2520030420 — K. Hitesh Reddy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49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6235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Soumya Enukonda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Structure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400000"/>
            <a:ext cx="11064240" cy="10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Inter-Process Communication (IPC) is a fundamental Operating Systems concept that lets independent processes exchange data and synchronize execution. This project explores two widely used Linux IPC mechanisms — unnamed pipes and named pipes (FIFOs).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052000"/>
            <a:ext cx="11064240" cy="10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pipes enable unidirectional communication between related processes (typically a parent and child created with fork()), while FIFOs extend this to unrelated processes via a special file created using mkfifo(). The project involves designing Linux-based C programs that create, open, read from, and write to pipes and FIFOs.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04000"/>
            <a:ext cx="11064240" cy="10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calls such as pipe(), fork(), read(), write(), open(), and close() implement producer-consumer style communication. Developed and tested on Linux/Ubuntu using C and GCC, the expected outcome is reliable, synchronized data exchange reinforcing process management, file I/O, and synchronization concepts.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873000"/>
            <a:ext cx="11064240" cy="12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Inter-Process Communication (IPC) is a fundamental Operating Systems concept that lets independent processes exchange data and synchronize execution, forming the backbone of multi-process application design on Linux.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115000"/>
            <a:ext cx="11064240" cy="12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project, “Linux Inter-Process Communication Using Pipes and FIFOs,” studies two of the most fundamental Linux IPC mechanisms — unnamed pipes for related processes and named pipes (FIFOs) for unrelated processes — and demonstrates working C implementations on Linux/Ubuntu.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371600"/>
            <a:ext cx="110642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Linux processes operate in isolated memory spaces and cannot directly share data.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structured IPC mechanism, applications resort to unsafe workarounds such as shared temporary files.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Temporary-file based communication offers no built-in synchronization, leading to race conditions and data corruption.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ad-hoc methods lack blocking semantics and ordered delivery, making them unreliable for producer-consumer style communication.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371600"/>
            <a:ext cx="110642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unnamed pipes (pipe()) for communication between related processes created via fork().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named pipes / FIFOs (mkfifo()) for communication between unrelated processes through a special filesystem entry.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core system calls — pipe(), fork(), read(), write(), open(), close() — to build producer-consumer style communication.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reliable, ordered, and synchronized alternative to unsafe methods like temporary files.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Workflow / Structure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C on Linux/Ubuntu using standard POSIX system calls.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unnamed pipe using pipe() in a parent process.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a child process using fork(); parent and child communicate via the pipe's file descriptors.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named pipe (FIFO) in the filesystem using mkfifo().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independent writer and reader programs that open the FIFO in write and read modes respectively.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blocking behavior, closing of unused file descriptors, and error handling via system call return values.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with GCC and maintain version control through a GitHub repository.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terminal outputs to validate correct data transfer and synchronization.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Requirements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Platform / Software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/ Ubuntu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and execution environment for the project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C++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language for the pipe and FIFO IPC programs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 Compiler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Compiling C programs that use POSIX system calls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 and project repository hosting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code editing and debugging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234440"/>
            <a:ext cx="11064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functional Linux-based C programs demonstrate IPC using unnamed pipes and named pipes (FIFOs).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pipe-based program shows correct parent-child data exchange using fork() and pipe(), while the FIFO-based program enables data transfer between independent reader and writer processes.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reinforces core OS concepts: process creation, file descriptor management, and blocking I/O behavior.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includes extending the IPC comparison to other mechanisms such as message queues, shared memory, and sockets.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453128" y="288036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4453128" y="2880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2026-08-31T04:37:53Z</dcterms:created>
  <dcterms:modified xsi:type="dcterms:W3CDTF">2026-08-31T04:37:53Z</dcterms:modified>
</cp:coreProperties>
</file>